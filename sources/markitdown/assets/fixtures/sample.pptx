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 standalone="yes"?>
<Relationships xmlns="http://schemas.openxmlformats.org/package/2006/relationships">
<Relationship Id="rId2" Type="http://schemas.openxmlformats.org/officeDocument/2006/relationships/slide" Target="slides/slide1.xml"/>
<Relationship Id="rId3" Type="http://schemas.openxmlformats.org/officeDocument/2006/relationships/slide" Target="slides/slide2.xml"/>
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bodyPr/>
          <a:p>
            <a:r>
              <a:t>演讲者备注：合成夹具 slide one notes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notesSlide" Target="../notesSlides/notes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bodyPr xmlns:a="http://schemas.openxmlformats.org/drawingml/2006/main"/>
          <a:p xmlns:a="http://schemas.openxmlformats.org/drawingml/2006/main">
            <a:r>
              <a:t>Floe 合成演示 Fixture</a:t>
            </a:r>
          </a:p>
        </p:txBody>
      </p:sp>
      <p:sp>
        <p:txBody>
          <a:bodyPr xmlns:a="http://schemas.openxmlformats.org/drawingml/2006/main"/>
          <a:p xmlns:a="http://schemas.openxmlformats.org/drawingml/2006/main">
            <a:r>
              <a:t>Second bullet line</a:t>
            </a:r>
          </a:p>
        </p:txBody>
      </p:sp>
      <p:graphicFrame>
        <a:graphic xmlns:a="http://schemas.openxmlformats.org/drawingml/2006/main">
          <a:graphicData uri="http://schemas.openxmlformats.org/drawingml/2006/table">
            <a:tbl>
              <a:tr xmlns:a="http://schemas.openxmlformats.org/drawingml/2006/main">
                <a:tc xmlns:a="http://schemas.openxmlformats.org/drawingml/2006/main">
                  <a:txBody>
                    <a:p>
                      <a:r>
                        <a:t>格式</a:t>
                      </a:r>
                    </a:p>
                  </a:txBody>
                </a:tc>
                <a:tc xmlns:a="http://schemas.openxmlformats.org/drawingml/2006/main">
                  <a:txBody>
                    <a:p>
                      <a:r>
                        <a:t>路径</a:t>
                      </a:r>
                    </a:p>
                  </a:txBody>
                </a:tc>
              </a:tr>
              <a:tr xmlns:a="http://schemas.openxmlformats.org/drawingml/2006/main">
                <a:tc xmlns:a="http://schemas.openxmlformats.org/drawingml/2006/main">
                  <a:txBody>
                    <a:p>
                      <a:r>
                        <a:t>XLSX</a:t>
                      </a:r>
                    </a:p>
                  </a:txBody>
                </a:tc>
                <a:tc xmlns:a="http://schemas.openxmlformats.org/drawingml/2006/main">
                  <a:txBody>
                    <a:p>
                      <a:r>
                        <a:t>guest openpyxl</a:t>
                      </a:r>
                    </a:p>
                  </a:txBody>
                </a:tc>
              </a:tr>
              <a:tr xmlns:a="http://schemas.openxmlformats.org/drawingml/2006/main">
                <a:tc xmlns:a="http://schemas.openxmlformats.org/drawingml/2006/main">
                  <a:txBody>
                    <a:p>
                      <a:r>
                        <a:t>PDF</a:t>
                      </a:r>
                    </a:p>
                  </a:txBody>
                </a:tc>
                <a:tc xmlns:a="http://schemas.openxmlformats.org/drawingml/2006/main">
                  <a:txBody>
                    <a:p>
                      <a:r>
                        <a:t>native first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bodyPr xmlns:a="http://schemas.openxmlformats.org/drawingml/2006/main"/>
          <a:p xmlns:a="http://schemas.openxmlformats.org/drawingml/2006/main">
            <a:r>
              <a:t>Plain ASCII conclusion slide</a:t>
            </a:r>
          </a:p>
        </p:txBody>
      </p:sp>
    </p:spTree>
  </p:cSld>
</p:sld>
</file>